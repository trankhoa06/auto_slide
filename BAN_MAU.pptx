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digiana Toybox" charset="1" panose="02000500000000000000"/>
      <p:regular r:id="rId18"/>
    </p:embeddedFont>
    <p:embeddedFont>
      <p:font typeface="Tarif" charset="1" panose="000005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font" Target="fonts/font18.fntdata"/><Relationship Id="rId19" Type="http://schemas.openxmlformats.org/officeDocument/2006/relationships/font" Target="fonts/font19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svg"/><Relationship Id="rId10" Type="http://schemas.openxmlformats.org/officeDocument/2006/relationships/image" Target="../media/image9.png"/><Relationship Id="rId11" Type="http://schemas.openxmlformats.org/officeDocument/2006/relationships/image" Target="../media/image10.svg"/><Relationship Id="rId12" Type="http://schemas.openxmlformats.org/officeDocument/2006/relationships/image" Target="../media/image11.png"/><Relationship Id="rId13" Type="http://schemas.openxmlformats.org/officeDocument/2006/relationships/image" Target="../media/image12.svg"/><Relationship Id="rId14" Type="http://schemas.openxmlformats.org/officeDocument/2006/relationships/image" Target="../media/image13.png"/><Relationship Id="rId15" Type="http://schemas.openxmlformats.org/officeDocument/2006/relationships/image" Target="../media/image14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svg"/><Relationship Id="rId10" Type="http://schemas.openxmlformats.org/officeDocument/2006/relationships/image" Target="../media/image9.png"/><Relationship Id="rId11" Type="http://schemas.openxmlformats.org/officeDocument/2006/relationships/image" Target="../media/image10.svg"/><Relationship Id="rId12" Type="http://schemas.openxmlformats.org/officeDocument/2006/relationships/image" Target="../media/image11.png"/><Relationship Id="rId13" Type="http://schemas.openxmlformats.org/officeDocument/2006/relationships/image" Target="../media/image12.svg"/><Relationship Id="rId14" Type="http://schemas.openxmlformats.org/officeDocument/2006/relationships/image" Target="../media/image13.png"/><Relationship Id="rId15" Type="http://schemas.openxmlformats.org/officeDocument/2006/relationships/image" Target="../media/image14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svg"/><Relationship Id="rId10" Type="http://schemas.openxmlformats.org/officeDocument/2006/relationships/image" Target="../media/image9.png"/><Relationship Id="rId11" Type="http://schemas.openxmlformats.org/officeDocument/2006/relationships/image" Target="../media/image10.svg"/><Relationship Id="rId12" Type="http://schemas.openxmlformats.org/officeDocument/2006/relationships/image" Target="../media/image11.png"/><Relationship Id="rId13" Type="http://schemas.openxmlformats.org/officeDocument/2006/relationships/image" Target="../media/image12.svg"/><Relationship Id="rId14" Type="http://schemas.openxmlformats.org/officeDocument/2006/relationships/image" Target="../media/image13.png"/><Relationship Id="rId15" Type="http://schemas.openxmlformats.org/officeDocument/2006/relationships/image" Target="../media/image14.svg"/><Relationship Id="rId16" Type="http://schemas.openxmlformats.org/officeDocument/2006/relationships/image" Target="../media/image15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svg"/><Relationship Id="rId10" Type="http://schemas.openxmlformats.org/officeDocument/2006/relationships/image" Target="../media/image9.png"/><Relationship Id="rId11" Type="http://schemas.openxmlformats.org/officeDocument/2006/relationships/image" Target="../media/image10.svg"/><Relationship Id="rId12" Type="http://schemas.openxmlformats.org/officeDocument/2006/relationships/image" Target="../media/image11.png"/><Relationship Id="rId13" Type="http://schemas.openxmlformats.org/officeDocument/2006/relationships/image" Target="../media/image12.svg"/><Relationship Id="rId14" Type="http://schemas.openxmlformats.org/officeDocument/2006/relationships/image" Target="../media/image13.png"/><Relationship Id="rId15" Type="http://schemas.openxmlformats.org/officeDocument/2006/relationships/image" Target="../media/image14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eg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Relationship Id="rId6" Type="http://schemas.openxmlformats.org/officeDocument/2006/relationships/image" Target="../media/image4.svg"/><Relationship Id="rId7" Type="http://schemas.openxmlformats.org/officeDocument/2006/relationships/image" Target="../media/image5.png"/><Relationship Id="rId8" Type="http://schemas.openxmlformats.org/officeDocument/2006/relationships/image" Target="../media/image6.svg"/><Relationship Id="rId9" Type="http://schemas.openxmlformats.org/officeDocument/2006/relationships/image" Target="../media/image7.png"/><Relationship Id="rId10" Type="http://schemas.openxmlformats.org/officeDocument/2006/relationships/image" Target="../media/image8.svg"/><Relationship Id="rId11" Type="http://schemas.openxmlformats.org/officeDocument/2006/relationships/image" Target="../media/image9.png"/><Relationship Id="rId12" Type="http://schemas.openxmlformats.org/officeDocument/2006/relationships/image" Target="../media/image10.svg"/><Relationship Id="rId13" Type="http://schemas.openxmlformats.org/officeDocument/2006/relationships/image" Target="../media/image11.png"/><Relationship Id="rId14" Type="http://schemas.openxmlformats.org/officeDocument/2006/relationships/image" Target="../media/image12.svg"/><Relationship Id="rId15" Type="http://schemas.openxmlformats.org/officeDocument/2006/relationships/image" Target="../media/image13.png"/><Relationship Id="rId16" Type="http://schemas.openxmlformats.org/officeDocument/2006/relationships/image" Target="../media/image14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eg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Relationship Id="rId6" Type="http://schemas.openxmlformats.org/officeDocument/2006/relationships/image" Target="../media/image4.svg"/><Relationship Id="rId7" Type="http://schemas.openxmlformats.org/officeDocument/2006/relationships/image" Target="../media/image5.png"/><Relationship Id="rId8" Type="http://schemas.openxmlformats.org/officeDocument/2006/relationships/image" Target="../media/image6.svg"/><Relationship Id="rId9" Type="http://schemas.openxmlformats.org/officeDocument/2006/relationships/image" Target="../media/image7.png"/><Relationship Id="rId10" Type="http://schemas.openxmlformats.org/officeDocument/2006/relationships/image" Target="../media/image8.svg"/><Relationship Id="rId11" Type="http://schemas.openxmlformats.org/officeDocument/2006/relationships/image" Target="../media/image9.png"/><Relationship Id="rId12" Type="http://schemas.openxmlformats.org/officeDocument/2006/relationships/image" Target="../media/image10.svg"/><Relationship Id="rId13" Type="http://schemas.openxmlformats.org/officeDocument/2006/relationships/image" Target="../media/image11.png"/><Relationship Id="rId14" Type="http://schemas.openxmlformats.org/officeDocument/2006/relationships/image" Target="../media/image12.svg"/><Relationship Id="rId15" Type="http://schemas.openxmlformats.org/officeDocument/2006/relationships/image" Target="../media/image13.png"/><Relationship Id="rId16" Type="http://schemas.openxmlformats.org/officeDocument/2006/relationships/image" Target="../media/image14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svg"/><Relationship Id="rId10" Type="http://schemas.openxmlformats.org/officeDocument/2006/relationships/image" Target="../media/image9.png"/><Relationship Id="rId11" Type="http://schemas.openxmlformats.org/officeDocument/2006/relationships/image" Target="../media/image10.svg"/><Relationship Id="rId12" Type="http://schemas.openxmlformats.org/officeDocument/2006/relationships/image" Target="../media/image11.png"/><Relationship Id="rId13" Type="http://schemas.openxmlformats.org/officeDocument/2006/relationships/image" Target="../media/image12.svg"/><Relationship Id="rId14" Type="http://schemas.openxmlformats.org/officeDocument/2006/relationships/image" Target="../media/image13.png"/><Relationship Id="rId15" Type="http://schemas.openxmlformats.org/officeDocument/2006/relationships/image" Target="../media/image14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Relationship Id="rId6" Type="http://schemas.openxmlformats.org/officeDocument/2006/relationships/image" Target="../media/image4.svg"/><Relationship Id="rId7" Type="http://schemas.openxmlformats.org/officeDocument/2006/relationships/image" Target="../media/image5.png"/><Relationship Id="rId8" Type="http://schemas.openxmlformats.org/officeDocument/2006/relationships/image" Target="../media/image6.svg"/><Relationship Id="rId9" Type="http://schemas.openxmlformats.org/officeDocument/2006/relationships/image" Target="../media/image7.png"/><Relationship Id="rId10" Type="http://schemas.openxmlformats.org/officeDocument/2006/relationships/image" Target="../media/image8.svg"/><Relationship Id="rId11" Type="http://schemas.openxmlformats.org/officeDocument/2006/relationships/image" Target="../media/image9.png"/><Relationship Id="rId12" Type="http://schemas.openxmlformats.org/officeDocument/2006/relationships/image" Target="../media/image10.svg"/><Relationship Id="rId13" Type="http://schemas.openxmlformats.org/officeDocument/2006/relationships/image" Target="../media/image11.png"/><Relationship Id="rId14" Type="http://schemas.openxmlformats.org/officeDocument/2006/relationships/image" Target="../media/image12.svg"/><Relationship Id="rId15" Type="http://schemas.openxmlformats.org/officeDocument/2006/relationships/image" Target="../media/image13.png"/><Relationship Id="rId16" Type="http://schemas.openxmlformats.org/officeDocument/2006/relationships/image" Target="../media/image14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svg"/><Relationship Id="rId10" Type="http://schemas.openxmlformats.org/officeDocument/2006/relationships/image" Target="../media/image9.png"/><Relationship Id="rId11" Type="http://schemas.openxmlformats.org/officeDocument/2006/relationships/image" Target="../media/image10.svg"/><Relationship Id="rId12" Type="http://schemas.openxmlformats.org/officeDocument/2006/relationships/image" Target="../media/image11.png"/><Relationship Id="rId13" Type="http://schemas.openxmlformats.org/officeDocument/2006/relationships/image" Target="../media/image12.svg"/><Relationship Id="rId14" Type="http://schemas.openxmlformats.org/officeDocument/2006/relationships/image" Target="../media/image13.png"/><Relationship Id="rId15" Type="http://schemas.openxmlformats.org/officeDocument/2006/relationships/image" Target="../media/image14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svg"/><Relationship Id="rId10" Type="http://schemas.openxmlformats.org/officeDocument/2006/relationships/image" Target="../media/image9.png"/><Relationship Id="rId11" Type="http://schemas.openxmlformats.org/officeDocument/2006/relationships/image" Target="../media/image10.svg"/><Relationship Id="rId12" Type="http://schemas.openxmlformats.org/officeDocument/2006/relationships/image" Target="../media/image11.png"/><Relationship Id="rId13" Type="http://schemas.openxmlformats.org/officeDocument/2006/relationships/image" Target="../media/image12.svg"/><Relationship Id="rId14" Type="http://schemas.openxmlformats.org/officeDocument/2006/relationships/image" Target="../media/image13.png"/><Relationship Id="rId15" Type="http://schemas.openxmlformats.org/officeDocument/2006/relationships/image" Target="../media/image14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svg"/><Relationship Id="rId10" Type="http://schemas.openxmlformats.org/officeDocument/2006/relationships/image" Target="../media/image9.png"/><Relationship Id="rId11" Type="http://schemas.openxmlformats.org/officeDocument/2006/relationships/image" Target="../media/image10.svg"/><Relationship Id="rId12" Type="http://schemas.openxmlformats.org/officeDocument/2006/relationships/image" Target="../media/image11.png"/><Relationship Id="rId13" Type="http://schemas.openxmlformats.org/officeDocument/2006/relationships/image" Target="../media/image12.svg"/><Relationship Id="rId14" Type="http://schemas.openxmlformats.org/officeDocument/2006/relationships/image" Target="../media/image13.png"/><Relationship Id="rId15" Type="http://schemas.openxmlformats.org/officeDocument/2006/relationships/image" Target="../media/image14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svg"/><Relationship Id="rId10" Type="http://schemas.openxmlformats.org/officeDocument/2006/relationships/image" Target="../media/image9.png"/><Relationship Id="rId11" Type="http://schemas.openxmlformats.org/officeDocument/2006/relationships/image" Target="../media/image10.svg"/><Relationship Id="rId12" Type="http://schemas.openxmlformats.org/officeDocument/2006/relationships/image" Target="../media/image11.png"/><Relationship Id="rId13" Type="http://schemas.openxmlformats.org/officeDocument/2006/relationships/image" Target="../media/image12.svg"/><Relationship Id="rId14" Type="http://schemas.openxmlformats.org/officeDocument/2006/relationships/image" Target="../media/image13.png"/><Relationship Id="rId15" Type="http://schemas.openxmlformats.org/officeDocument/2006/relationships/image" Target="../media/image14.sv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3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42884" y="2726753"/>
            <a:ext cx="12602231" cy="3844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34"/>
              </a:lnSpc>
            </a:pPr>
            <a:r>
              <a:rPr lang="en-US" sz="15189">
                <a:solidFill>
                  <a:srgbClr val="8C0000"/>
                </a:solidFill>
                <a:latin typeface="Adigiana Toybox"/>
                <a:ea typeface="Adigiana Toybox"/>
                <a:cs typeface="Adigiana Toybox"/>
                <a:sym typeface="Adigiana Toybox"/>
              </a:rPr>
              <a:t>C</a:t>
            </a:r>
            <a:r>
              <a:rPr lang="en-US" sz="15189">
                <a:solidFill>
                  <a:srgbClr val="8C0000"/>
                </a:solidFill>
                <a:latin typeface="Adigiana Toybox"/>
                <a:ea typeface="Adigiana Toybox"/>
                <a:cs typeface="Adigiana Toybox"/>
                <a:sym typeface="Adigiana Toybox"/>
              </a:rPr>
              <a:t>omputer Components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6760778" y="8404022"/>
            <a:ext cx="4965121" cy="3213787"/>
          </a:xfrm>
          <a:custGeom>
            <a:avLst/>
            <a:gdLst/>
            <a:ahLst/>
            <a:cxnLst/>
            <a:rect r="r" b="b" t="t" l="l"/>
            <a:pathLst>
              <a:path h="3213787" w="4965121">
                <a:moveTo>
                  <a:pt x="0" y="0"/>
                </a:moveTo>
                <a:lnTo>
                  <a:pt x="4965121" y="0"/>
                </a:lnTo>
                <a:lnTo>
                  <a:pt x="4965121" y="3213787"/>
                </a:lnTo>
                <a:lnTo>
                  <a:pt x="0" y="32137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815347" y="6774590"/>
            <a:ext cx="4138751" cy="4843219"/>
          </a:xfrm>
          <a:custGeom>
            <a:avLst/>
            <a:gdLst/>
            <a:ahLst/>
            <a:cxnLst/>
            <a:rect r="r" b="b" t="t" l="l"/>
            <a:pathLst>
              <a:path h="4843219" w="4138751">
                <a:moveTo>
                  <a:pt x="0" y="0"/>
                </a:moveTo>
                <a:lnTo>
                  <a:pt x="4138751" y="0"/>
                </a:lnTo>
                <a:lnTo>
                  <a:pt x="4138751" y="4843219"/>
                </a:lnTo>
                <a:lnTo>
                  <a:pt x="0" y="48432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888511" y="-879647"/>
            <a:ext cx="4994440" cy="3069311"/>
          </a:xfrm>
          <a:custGeom>
            <a:avLst/>
            <a:gdLst/>
            <a:ahLst/>
            <a:cxnLst/>
            <a:rect r="r" b="b" t="t" l="l"/>
            <a:pathLst>
              <a:path h="3069311" w="4994440">
                <a:moveTo>
                  <a:pt x="0" y="0"/>
                </a:moveTo>
                <a:lnTo>
                  <a:pt x="4994441" y="0"/>
                </a:lnTo>
                <a:lnTo>
                  <a:pt x="4994441" y="3069310"/>
                </a:lnTo>
                <a:lnTo>
                  <a:pt x="0" y="30693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359084" y="0"/>
            <a:ext cx="7315200" cy="3325091"/>
          </a:xfrm>
          <a:custGeom>
            <a:avLst/>
            <a:gdLst/>
            <a:ahLst/>
            <a:cxnLst/>
            <a:rect r="r" b="b" t="t" l="l"/>
            <a:pathLst>
              <a:path h="3325091" w="7315200">
                <a:moveTo>
                  <a:pt x="0" y="0"/>
                </a:moveTo>
                <a:lnTo>
                  <a:pt x="7315200" y="0"/>
                </a:lnTo>
                <a:lnTo>
                  <a:pt x="7315200" y="3325091"/>
                </a:lnTo>
                <a:lnTo>
                  <a:pt x="0" y="332509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811229" y="7424818"/>
            <a:ext cx="4954032" cy="3179588"/>
          </a:xfrm>
          <a:custGeom>
            <a:avLst/>
            <a:gdLst/>
            <a:ahLst/>
            <a:cxnLst/>
            <a:rect r="r" b="b" t="t" l="l"/>
            <a:pathLst>
              <a:path h="3179588" w="4954032">
                <a:moveTo>
                  <a:pt x="0" y="0"/>
                </a:moveTo>
                <a:lnTo>
                  <a:pt x="4954032" y="0"/>
                </a:lnTo>
                <a:lnTo>
                  <a:pt x="4954032" y="3179588"/>
                </a:lnTo>
                <a:lnTo>
                  <a:pt x="0" y="317958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36071" y="3707507"/>
            <a:ext cx="2477016" cy="2477016"/>
          </a:xfrm>
          <a:custGeom>
            <a:avLst/>
            <a:gdLst/>
            <a:ahLst/>
            <a:cxnLst/>
            <a:rect r="r" b="b" t="t" l="l"/>
            <a:pathLst>
              <a:path h="2477016" w="2477016">
                <a:moveTo>
                  <a:pt x="0" y="0"/>
                </a:moveTo>
                <a:lnTo>
                  <a:pt x="2477016" y="0"/>
                </a:lnTo>
                <a:lnTo>
                  <a:pt x="2477016" y="2477016"/>
                </a:lnTo>
                <a:lnTo>
                  <a:pt x="0" y="247701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815347" y="-374768"/>
            <a:ext cx="5256512" cy="4329454"/>
          </a:xfrm>
          <a:custGeom>
            <a:avLst/>
            <a:gdLst/>
            <a:ahLst/>
            <a:cxnLst/>
            <a:rect r="r" b="b" t="t" l="l"/>
            <a:pathLst>
              <a:path h="4329454" w="5256512">
                <a:moveTo>
                  <a:pt x="0" y="0"/>
                </a:moveTo>
                <a:lnTo>
                  <a:pt x="5256511" y="0"/>
                </a:lnTo>
                <a:lnTo>
                  <a:pt x="5256511" y="4329454"/>
                </a:lnTo>
                <a:lnTo>
                  <a:pt x="0" y="432945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729301" y="6650765"/>
            <a:ext cx="8829398" cy="1053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10"/>
              </a:lnSpc>
            </a:pPr>
            <a:r>
              <a:rPr lang="en-US" sz="6150" spc="67">
                <a:solidFill>
                  <a:srgbClr val="000000"/>
                </a:solidFill>
                <a:latin typeface="Tarif"/>
                <a:ea typeface="Tarif"/>
                <a:cs typeface="Tarif"/>
                <a:sym typeface="Tarif"/>
              </a:rPr>
              <a:t>Project </a:t>
            </a:r>
            <a:r>
              <a:rPr lang="en-US" sz="6150" spc="67">
                <a:solidFill>
                  <a:srgbClr val="000000"/>
                </a:solidFill>
                <a:latin typeface="Tarif"/>
                <a:ea typeface="Tarif"/>
                <a:cs typeface="Tarif"/>
                <a:sym typeface="Tarif"/>
              </a:rPr>
              <a:t>Presentation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141365" y="3100387"/>
            <a:ext cx="6545941" cy="885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41"/>
              </a:lnSpc>
            </a:pPr>
            <a:r>
              <a:rPr lang="en-US" sz="6846">
                <a:solidFill>
                  <a:srgbClr val="8C0000"/>
                </a:solidFill>
                <a:latin typeface="Adigiana Toybox"/>
                <a:ea typeface="Adigiana Toybox"/>
                <a:cs typeface="Adigiana Toybox"/>
                <a:sym typeface="Adigiana Toybox"/>
              </a:rPr>
              <a:t>Our Team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141365" y="4071114"/>
            <a:ext cx="7799783" cy="1174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10"/>
              </a:lnSpc>
            </a:pPr>
            <a:r>
              <a:rPr lang="en-US" sz="7007" spc="77">
                <a:solidFill>
                  <a:srgbClr val="000000"/>
                </a:solidFill>
                <a:latin typeface="Tarif"/>
                <a:ea typeface="Tarif"/>
                <a:cs typeface="Tarif"/>
                <a:sym typeface="Tarif"/>
              </a:rPr>
              <a:t>J</a:t>
            </a:r>
            <a:r>
              <a:rPr lang="en-US" sz="7007" spc="77">
                <a:solidFill>
                  <a:srgbClr val="000000"/>
                </a:solidFill>
                <a:latin typeface="Tarif"/>
                <a:ea typeface="Tarif"/>
                <a:cs typeface="Tarif"/>
                <a:sym typeface="Tarif"/>
              </a:rPr>
              <a:t>oseph Adeyemi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141365" y="5331076"/>
            <a:ext cx="7799783" cy="1174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10"/>
              </a:lnSpc>
            </a:pPr>
            <a:r>
              <a:rPr lang="en-US" sz="7007" spc="77">
                <a:solidFill>
                  <a:srgbClr val="000000"/>
                </a:solidFill>
                <a:latin typeface="Tarif"/>
                <a:ea typeface="Tarif"/>
                <a:cs typeface="Tarif"/>
                <a:sym typeface="Tarif"/>
              </a:rPr>
              <a:t>Sana Mahmoo</a:t>
            </a:r>
            <a:r>
              <a:rPr lang="en-US" sz="7007" spc="77">
                <a:solidFill>
                  <a:srgbClr val="000000"/>
                </a:solidFill>
                <a:latin typeface="Tarif"/>
                <a:ea typeface="Tarif"/>
                <a:cs typeface="Tarif"/>
                <a:sym typeface="Tarif"/>
              </a:rPr>
              <a:t>d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324527" y="7589077"/>
            <a:ext cx="4168140" cy="2697923"/>
          </a:xfrm>
          <a:custGeom>
            <a:avLst/>
            <a:gdLst/>
            <a:ahLst/>
            <a:cxnLst/>
            <a:rect r="r" b="b" t="t" l="l"/>
            <a:pathLst>
              <a:path h="2697923" w="4168140">
                <a:moveTo>
                  <a:pt x="0" y="0"/>
                </a:moveTo>
                <a:lnTo>
                  <a:pt x="4168140" y="0"/>
                </a:lnTo>
                <a:lnTo>
                  <a:pt x="4168140" y="2697923"/>
                </a:lnTo>
                <a:lnTo>
                  <a:pt x="0" y="26979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813584" y="6505313"/>
            <a:ext cx="3474416" cy="4065805"/>
          </a:xfrm>
          <a:custGeom>
            <a:avLst/>
            <a:gdLst/>
            <a:ahLst/>
            <a:cxnLst/>
            <a:rect r="r" b="b" t="t" l="l"/>
            <a:pathLst>
              <a:path h="4065805" w="3474416">
                <a:moveTo>
                  <a:pt x="0" y="0"/>
                </a:moveTo>
                <a:lnTo>
                  <a:pt x="3474416" y="0"/>
                </a:lnTo>
                <a:lnTo>
                  <a:pt x="3474416" y="4065805"/>
                </a:lnTo>
                <a:lnTo>
                  <a:pt x="0" y="40658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748395" y="-152257"/>
            <a:ext cx="4192753" cy="2576637"/>
          </a:xfrm>
          <a:custGeom>
            <a:avLst/>
            <a:gdLst/>
            <a:ahLst/>
            <a:cxnLst/>
            <a:rect r="r" b="b" t="t" l="l"/>
            <a:pathLst>
              <a:path h="2576637" w="4192753">
                <a:moveTo>
                  <a:pt x="0" y="0"/>
                </a:moveTo>
                <a:lnTo>
                  <a:pt x="4192753" y="0"/>
                </a:lnTo>
                <a:lnTo>
                  <a:pt x="4192753" y="2576637"/>
                </a:lnTo>
                <a:lnTo>
                  <a:pt x="0" y="25766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310954" y="-366980"/>
            <a:ext cx="6140994" cy="2791361"/>
          </a:xfrm>
          <a:custGeom>
            <a:avLst/>
            <a:gdLst/>
            <a:ahLst/>
            <a:cxnLst/>
            <a:rect r="r" b="b" t="t" l="l"/>
            <a:pathLst>
              <a:path h="2791361" w="6140994">
                <a:moveTo>
                  <a:pt x="0" y="0"/>
                </a:moveTo>
                <a:lnTo>
                  <a:pt x="6140994" y="0"/>
                </a:lnTo>
                <a:lnTo>
                  <a:pt x="6140994" y="2791360"/>
                </a:lnTo>
                <a:lnTo>
                  <a:pt x="0" y="27913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985169" y="8302736"/>
            <a:ext cx="4158831" cy="2669214"/>
          </a:xfrm>
          <a:custGeom>
            <a:avLst/>
            <a:gdLst/>
            <a:ahLst/>
            <a:cxnLst/>
            <a:rect r="r" b="b" t="t" l="l"/>
            <a:pathLst>
              <a:path h="2669214" w="4158831">
                <a:moveTo>
                  <a:pt x="0" y="0"/>
                </a:moveTo>
                <a:lnTo>
                  <a:pt x="4158831" y="0"/>
                </a:lnTo>
                <a:lnTo>
                  <a:pt x="4158831" y="2669213"/>
                </a:lnTo>
                <a:lnTo>
                  <a:pt x="0" y="266921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19873" y="3847076"/>
            <a:ext cx="2079416" cy="2079416"/>
          </a:xfrm>
          <a:custGeom>
            <a:avLst/>
            <a:gdLst/>
            <a:ahLst/>
            <a:cxnLst/>
            <a:rect r="r" b="b" t="t" l="l"/>
            <a:pathLst>
              <a:path h="2079416" w="2079416">
                <a:moveTo>
                  <a:pt x="0" y="0"/>
                </a:moveTo>
                <a:lnTo>
                  <a:pt x="2079416" y="0"/>
                </a:lnTo>
                <a:lnTo>
                  <a:pt x="2079416" y="2079416"/>
                </a:lnTo>
                <a:lnTo>
                  <a:pt x="0" y="207941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052921" y="263909"/>
            <a:ext cx="4412758" cy="3634508"/>
          </a:xfrm>
          <a:custGeom>
            <a:avLst/>
            <a:gdLst/>
            <a:ahLst/>
            <a:cxnLst/>
            <a:rect r="r" b="b" t="t" l="l"/>
            <a:pathLst>
              <a:path h="3634508" w="4412758">
                <a:moveTo>
                  <a:pt x="0" y="0"/>
                </a:moveTo>
                <a:lnTo>
                  <a:pt x="4412758" y="0"/>
                </a:lnTo>
                <a:lnTo>
                  <a:pt x="4412758" y="3634508"/>
                </a:lnTo>
                <a:lnTo>
                  <a:pt x="0" y="363450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28429" y="-327674"/>
            <a:ext cx="3640105" cy="2356141"/>
          </a:xfrm>
          <a:custGeom>
            <a:avLst/>
            <a:gdLst/>
            <a:ahLst/>
            <a:cxnLst/>
            <a:rect r="r" b="b" t="t" l="l"/>
            <a:pathLst>
              <a:path h="2356141" w="3640105">
                <a:moveTo>
                  <a:pt x="0" y="0"/>
                </a:moveTo>
                <a:lnTo>
                  <a:pt x="3640105" y="0"/>
                </a:lnTo>
                <a:lnTo>
                  <a:pt x="3640105" y="2356141"/>
                </a:lnTo>
                <a:lnTo>
                  <a:pt x="0" y="23561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-787288" y="7482932"/>
            <a:ext cx="3034264" cy="3550735"/>
          </a:xfrm>
          <a:custGeom>
            <a:avLst/>
            <a:gdLst/>
            <a:ahLst/>
            <a:cxnLst/>
            <a:rect r="r" b="b" t="t" l="l"/>
            <a:pathLst>
              <a:path h="3550735" w="3034264">
                <a:moveTo>
                  <a:pt x="0" y="0"/>
                </a:moveTo>
                <a:lnTo>
                  <a:pt x="3034264" y="0"/>
                </a:lnTo>
                <a:lnTo>
                  <a:pt x="3034264" y="3550736"/>
                </a:lnTo>
                <a:lnTo>
                  <a:pt x="0" y="35507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16199355" y="3972560"/>
            <a:ext cx="3661601" cy="2250220"/>
          </a:xfrm>
          <a:custGeom>
            <a:avLst/>
            <a:gdLst/>
            <a:ahLst/>
            <a:cxnLst/>
            <a:rect r="r" b="b" t="t" l="l"/>
            <a:pathLst>
              <a:path h="2250220" w="3661601">
                <a:moveTo>
                  <a:pt x="0" y="0"/>
                </a:moveTo>
                <a:lnTo>
                  <a:pt x="3661601" y="0"/>
                </a:lnTo>
                <a:lnTo>
                  <a:pt x="3661601" y="2250220"/>
                </a:lnTo>
                <a:lnTo>
                  <a:pt x="0" y="22502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13229790" y="8888023"/>
            <a:ext cx="5363031" cy="2437742"/>
          </a:xfrm>
          <a:custGeom>
            <a:avLst/>
            <a:gdLst/>
            <a:ahLst/>
            <a:cxnLst/>
            <a:rect r="r" b="b" t="t" l="l"/>
            <a:pathLst>
              <a:path h="2437742" w="5363031">
                <a:moveTo>
                  <a:pt x="0" y="0"/>
                </a:moveTo>
                <a:lnTo>
                  <a:pt x="5363031" y="0"/>
                </a:lnTo>
                <a:lnTo>
                  <a:pt x="5363031" y="2437741"/>
                </a:lnTo>
                <a:lnTo>
                  <a:pt x="0" y="24377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-787288" y="0"/>
            <a:ext cx="3631976" cy="2331068"/>
          </a:xfrm>
          <a:custGeom>
            <a:avLst/>
            <a:gdLst/>
            <a:ahLst/>
            <a:cxnLst/>
            <a:rect r="r" b="b" t="t" l="l"/>
            <a:pathLst>
              <a:path h="2331068" w="3631976">
                <a:moveTo>
                  <a:pt x="0" y="0"/>
                </a:moveTo>
                <a:lnTo>
                  <a:pt x="3631976" y="0"/>
                </a:lnTo>
                <a:lnTo>
                  <a:pt x="3631976" y="2331068"/>
                </a:lnTo>
                <a:lnTo>
                  <a:pt x="0" y="233106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false" flipV="false" rot="0">
            <a:off x="6830389" y="8888023"/>
            <a:ext cx="1815988" cy="1815988"/>
          </a:xfrm>
          <a:custGeom>
            <a:avLst/>
            <a:gdLst/>
            <a:ahLst/>
            <a:cxnLst/>
            <a:rect r="r" b="b" t="t" l="l"/>
            <a:pathLst>
              <a:path h="1815988" w="1815988">
                <a:moveTo>
                  <a:pt x="0" y="0"/>
                </a:moveTo>
                <a:lnTo>
                  <a:pt x="1815988" y="0"/>
                </a:lnTo>
                <a:lnTo>
                  <a:pt x="1815988" y="1815988"/>
                </a:lnTo>
                <a:lnTo>
                  <a:pt x="0" y="181598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0">
            <a:off x="14910798" y="-173784"/>
            <a:ext cx="3853734" cy="3174076"/>
          </a:xfrm>
          <a:custGeom>
            <a:avLst/>
            <a:gdLst/>
            <a:ahLst/>
            <a:cxnLst/>
            <a:rect r="r" b="b" t="t" l="l"/>
            <a:pathLst>
              <a:path h="3174076" w="3853734">
                <a:moveTo>
                  <a:pt x="0" y="0"/>
                </a:moveTo>
                <a:lnTo>
                  <a:pt x="3853734" y="0"/>
                </a:lnTo>
                <a:lnTo>
                  <a:pt x="3853734" y="3174076"/>
                </a:lnTo>
                <a:lnTo>
                  <a:pt x="0" y="317407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9" id="9"/>
          <p:cNvGrpSpPr/>
          <p:nvPr/>
        </p:nvGrpSpPr>
        <p:grpSpPr>
          <a:xfrm rot="0">
            <a:off x="9847088" y="2839889"/>
            <a:ext cx="5361130" cy="4607221"/>
            <a:chOff x="0" y="0"/>
            <a:chExt cx="812800" cy="698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blipFill>
              <a:blip r:embed="rId16"/>
              <a:stretch>
                <a:fillRect l="-14394" t="0" r="-14394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957570" y="3605861"/>
            <a:ext cx="6545941" cy="885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41"/>
              </a:lnSpc>
            </a:pPr>
            <a:r>
              <a:rPr lang="en-US" sz="6846">
                <a:solidFill>
                  <a:srgbClr val="8C0000"/>
                </a:solidFill>
                <a:latin typeface="Adigiana Toybox"/>
                <a:ea typeface="Adigiana Toybox"/>
                <a:cs typeface="Adigiana Toybox"/>
                <a:sym typeface="Adigiana Toybox"/>
              </a:rPr>
              <a:t>{{TITLE}}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57570" y="4434510"/>
            <a:ext cx="7186430" cy="2399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spc="25">
                <a:solidFill>
                  <a:srgbClr val="000000"/>
                </a:solidFill>
                <a:latin typeface="Tarif"/>
                <a:ea typeface="Tarif"/>
                <a:cs typeface="Tarif"/>
                <a:sym typeface="Tarif"/>
              </a:rPr>
              <a:t>{{CONTENT}}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410555" y="3030507"/>
            <a:ext cx="6545941" cy="1723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641"/>
              </a:lnSpc>
            </a:pPr>
            <a:r>
              <a:rPr lang="en-US" sz="6846">
                <a:solidFill>
                  <a:srgbClr val="8C0000"/>
                </a:solidFill>
                <a:latin typeface="Adigiana Toybox"/>
                <a:ea typeface="Adigiana Toybox"/>
                <a:cs typeface="Adigiana Toybox"/>
                <a:sym typeface="Adigiana Toybox"/>
              </a:rPr>
              <a:t>{{TITLE}}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410555" y="5009863"/>
            <a:ext cx="7391079" cy="2399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spc="25">
                <a:solidFill>
                  <a:srgbClr val="000000"/>
                </a:solidFill>
                <a:latin typeface="Tarif"/>
                <a:ea typeface="Tarif"/>
                <a:cs typeface="Tarif"/>
                <a:sym typeface="Tarif"/>
              </a:rPr>
              <a:t>{{CONTENT}}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647895" y="36191"/>
            <a:ext cx="3640105" cy="2356141"/>
          </a:xfrm>
          <a:custGeom>
            <a:avLst/>
            <a:gdLst/>
            <a:ahLst/>
            <a:cxnLst/>
            <a:rect r="r" b="b" t="t" l="l"/>
            <a:pathLst>
              <a:path h="2356141" w="3640105">
                <a:moveTo>
                  <a:pt x="0" y="0"/>
                </a:moveTo>
                <a:lnTo>
                  <a:pt x="3640105" y="0"/>
                </a:lnTo>
                <a:lnTo>
                  <a:pt x="3640105" y="2356141"/>
                </a:lnTo>
                <a:lnTo>
                  <a:pt x="0" y="23561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3183915" y="2548586"/>
            <a:ext cx="3871762" cy="4530786"/>
          </a:xfrm>
          <a:custGeom>
            <a:avLst/>
            <a:gdLst/>
            <a:ahLst/>
            <a:cxnLst/>
            <a:rect r="r" b="b" t="t" l="l"/>
            <a:pathLst>
              <a:path h="4530786" w="3871762">
                <a:moveTo>
                  <a:pt x="0" y="0"/>
                </a:moveTo>
                <a:lnTo>
                  <a:pt x="3871762" y="0"/>
                </a:lnTo>
                <a:lnTo>
                  <a:pt x="3871762" y="4530786"/>
                </a:lnTo>
                <a:lnTo>
                  <a:pt x="0" y="45307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8695550" y="9161890"/>
            <a:ext cx="3661601" cy="2250220"/>
          </a:xfrm>
          <a:custGeom>
            <a:avLst/>
            <a:gdLst/>
            <a:ahLst/>
            <a:cxnLst/>
            <a:rect r="r" b="b" t="t" l="l"/>
            <a:pathLst>
              <a:path h="2250220" w="3661601">
                <a:moveTo>
                  <a:pt x="0" y="0"/>
                </a:moveTo>
                <a:lnTo>
                  <a:pt x="3661601" y="0"/>
                </a:lnTo>
                <a:lnTo>
                  <a:pt x="3661601" y="2250220"/>
                </a:lnTo>
                <a:lnTo>
                  <a:pt x="0" y="22502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false" flipV="false" rot="0">
            <a:off x="-926539" y="110844"/>
            <a:ext cx="5363031" cy="2437742"/>
          </a:xfrm>
          <a:custGeom>
            <a:avLst/>
            <a:gdLst/>
            <a:ahLst/>
            <a:cxnLst/>
            <a:rect r="r" b="b" t="t" l="l"/>
            <a:pathLst>
              <a:path h="2437742" w="5363031">
                <a:moveTo>
                  <a:pt x="0" y="0"/>
                </a:moveTo>
                <a:lnTo>
                  <a:pt x="5363031" y="0"/>
                </a:lnTo>
                <a:lnTo>
                  <a:pt x="5363031" y="2437742"/>
                </a:lnTo>
                <a:lnTo>
                  <a:pt x="0" y="243774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0">
            <a:off x="-448061" y="8316391"/>
            <a:ext cx="3631976" cy="2331068"/>
          </a:xfrm>
          <a:custGeom>
            <a:avLst/>
            <a:gdLst/>
            <a:ahLst/>
            <a:cxnLst/>
            <a:rect r="r" b="b" t="t" l="l"/>
            <a:pathLst>
              <a:path h="2331068" w="3631976">
                <a:moveTo>
                  <a:pt x="0" y="0"/>
                </a:moveTo>
                <a:lnTo>
                  <a:pt x="3631976" y="0"/>
                </a:lnTo>
                <a:lnTo>
                  <a:pt x="3631976" y="2331068"/>
                </a:lnTo>
                <a:lnTo>
                  <a:pt x="0" y="233106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false" rot="0">
            <a:off x="9144000" y="421721"/>
            <a:ext cx="1815988" cy="1815988"/>
          </a:xfrm>
          <a:custGeom>
            <a:avLst/>
            <a:gdLst/>
            <a:ahLst/>
            <a:cxnLst/>
            <a:rect r="r" b="b" t="t" l="l"/>
            <a:pathLst>
              <a:path h="1815988" w="1815988">
                <a:moveTo>
                  <a:pt x="0" y="0"/>
                </a:moveTo>
                <a:lnTo>
                  <a:pt x="1815988" y="0"/>
                </a:lnTo>
                <a:lnTo>
                  <a:pt x="1815988" y="1815988"/>
                </a:lnTo>
                <a:lnTo>
                  <a:pt x="0" y="181598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0" id="10"/>
          <p:cNvSpPr/>
          <p:nvPr/>
        </p:nvSpPr>
        <p:spPr>
          <a:xfrm flipH="false" flipV="false" rot="0">
            <a:off x="14434266" y="7894887"/>
            <a:ext cx="3853734" cy="3174076"/>
          </a:xfrm>
          <a:custGeom>
            <a:avLst/>
            <a:gdLst/>
            <a:ahLst/>
            <a:cxnLst/>
            <a:rect r="r" b="b" t="t" l="l"/>
            <a:pathLst>
              <a:path h="3174076" w="3853734">
                <a:moveTo>
                  <a:pt x="0" y="0"/>
                </a:moveTo>
                <a:lnTo>
                  <a:pt x="3853734" y="0"/>
                </a:lnTo>
                <a:lnTo>
                  <a:pt x="3853734" y="3174076"/>
                </a:lnTo>
                <a:lnTo>
                  <a:pt x="0" y="317407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012930" y="2614984"/>
            <a:ext cx="4564206" cy="5246370"/>
            <a:chOff x="0" y="0"/>
            <a:chExt cx="707115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07115" cy="812800"/>
            </a:xfrm>
            <a:custGeom>
              <a:avLst/>
              <a:gdLst/>
              <a:ahLst/>
              <a:cxnLst/>
              <a:rect r="r" b="b" t="t" l="l"/>
              <a:pathLst>
                <a:path h="812800" w="707115">
                  <a:moveTo>
                    <a:pt x="39013" y="0"/>
                  </a:moveTo>
                  <a:lnTo>
                    <a:pt x="668102" y="0"/>
                  </a:lnTo>
                  <a:cubicBezTo>
                    <a:pt x="689648" y="0"/>
                    <a:pt x="707115" y="17467"/>
                    <a:pt x="707115" y="39013"/>
                  </a:cubicBezTo>
                  <a:lnTo>
                    <a:pt x="707115" y="773787"/>
                  </a:lnTo>
                  <a:cubicBezTo>
                    <a:pt x="707115" y="795333"/>
                    <a:pt x="689648" y="812800"/>
                    <a:pt x="668102" y="812800"/>
                  </a:cubicBezTo>
                  <a:lnTo>
                    <a:pt x="39013" y="812800"/>
                  </a:lnTo>
                  <a:cubicBezTo>
                    <a:pt x="17467" y="812800"/>
                    <a:pt x="0" y="795333"/>
                    <a:pt x="0" y="773787"/>
                  </a:cubicBezTo>
                  <a:lnTo>
                    <a:pt x="0" y="39013"/>
                  </a:lnTo>
                  <a:cubicBezTo>
                    <a:pt x="0" y="17467"/>
                    <a:pt x="17467" y="0"/>
                    <a:pt x="39013" y="0"/>
                  </a:cubicBezTo>
                  <a:close/>
                </a:path>
              </a:pathLst>
            </a:custGeom>
            <a:blipFill>
              <a:blip r:embed="rId2"/>
              <a:stretch>
                <a:fillRect l="-36131" t="0" r="-36131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944392" y="1729185"/>
            <a:ext cx="7842053" cy="885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>
                <a:solidFill>
                  <a:srgbClr val="8C0000"/>
                </a:solidFill>
                <a:latin typeface="Adigiana Toybox"/>
                <a:ea typeface="Adigiana Toybox"/>
                <a:cs typeface="Adigiana Toybox"/>
                <a:sym typeface="Adigiana Toybox"/>
              </a:rPr>
              <a:t/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7966392" y="9258300"/>
            <a:ext cx="3640105" cy="2356141"/>
          </a:xfrm>
          <a:custGeom>
            <a:avLst/>
            <a:gdLst/>
            <a:ahLst/>
            <a:cxnLst/>
            <a:rect r="r" b="b" t="t" l="l"/>
            <a:pathLst>
              <a:path h="2356141" w="3640105">
                <a:moveTo>
                  <a:pt x="0" y="0"/>
                </a:moveTo>
                <a:lnTo>
                  <a:pt x="3640106" y="0"/>
                </a:lnTo>
                <a:lnTo>
                  <a:pt x="3640106" y="2356141"/>
                </a:lnTo>
                <a:lnTo>
                  <a:pt x="0" y="23561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15911305" y="7333562"/>
            <a:ext cx="3034264" cy="3550735"/>
          </a:xfrm>
          <a:custGeom>
            <a:avLst/>
            <a:gdLst/>
            <a:ahLst/>
            <a:cxnLst/>
            <a:rect r="r" b="b" t="t" l="l"/>
            <a:pathLst>
              <a:path h="3550735" w="3034264">
                <a:moveTo>
                  <a:pt x="0" y="0"/>
                </a:moveTo>
                <a:lnTo>
                  <a:pt x="3034265" y="0"/>
                </a:lnTo>
                <a:lnTo>
                  <a:pt x="3034265" y="3550735"/>
                </a:lnTo>
                <a:lnTo>
                  <a:pt x="0" y="35507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false" flipV="false" rot="0">
            <a:off x="-830472" y="8634077"/>
            <a:ext cx="3661601" cy="2250220"/>
          </a:xfrm>
          <a:custGeom>
            <a:avLst/>
            <a:gdLst/>
            <a:ahLst/>
            <a:cxnLst/>
            <a:rect r="r" b="b" t="t" l="l"/>
            <a:pathLst>
              <a:path h="2250220" w="3661601">
                <a:moveTo>
                  <a:pt x="0" y="0"/>
                </a:moveTo>
                <a:lnTo>
                  <a:pt x="3661600" y="0"/>
                </a:lnTo>
                <a:lnTo>
                  <a:pt x="3661600" y="2250220"/>
                </a:lnTo>
                <a:lnTo>
                  <a:pt x="0" y="225022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0">
            <a:off x="13582538" y="-341857"/>
            <a:ext cx="5363031" cy="2437742"/>
          </a:xfrm>
          <a:custGeom>
            <a:avLst/>
            <a:gdLst/>
            <a:ahLst/>
            <a:cxnLst/>
            <a:rect r="r" b="b" t="t" l="l"/>
            <a:pathLst>
              <a:path h="2437742" w="5363031">
                <a:moveTo>
                  <a:pt x="0" y="0"/>
                </a:moveTo>
                <a:lnTo>
                  <a:pt x="5363032" y="0"/>
                </a:lnTo>
                <a:lnTo>
                  <a:pt x="5363032" y="2437741"/>
                </a:lnTo>
                <a:lnTo>
                  <a:pt x="0" y="243774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false" rot="0">
            <a:off x="8203517" y="-1165534"/>
            <a:ext cx="3631976" cy="2331068"/>
          </a:xfrm>
          <a:custGeom>
            <a:avLst/>
            <a:gdLst/>
            <a:ahLst/>
            <a:cxnLst/>
            <a:rect r="r" b="b" t="t" l="l"/>
            <a:pathLst>
              <a:path h="2331068" w="3631976">
                <a:moveTo>
                  <a:pt x="0" y="0"/>
                </a:moveTo>
                <a:lnTo>
                  <a:pt x="3631976" y="0"/>
                </a:lnTo>
                <a:lnTo>
                  <a:pt x="3631976" y="2331068"/>
                </a:lnTo>
                <a:lnTo>
                  <a:pt x="0" y="233106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0" id="10"/>
          <p:cNvSpPr/>
          <p:nvPr/>
        </p:nvSpPr>
        <p:spPr>
          <a:xfrm flipH="false" flipV="false" rot="0">
            <a:off x="-787288" y="4809975"/>
            <a:ext cx="1815988" cy="1815988"/>
          </a:xfrm>
          <a:custGeom>
            <a:avLst/>
            <a:gdLst/>
            <a:ahLst/>
            <a:cxnLst/>
            <a:rect r="r" b="b" t="t" l="l"/>
            <a:pathLst>
              <a:path h="1815988" w="1815988">
                <a:moveTo>
                  <a:pt x="0" y="0"/>
                </a:moveTo>
                <a:lnTo>
                  <a:pt x="1815988" y="0"/>
                </a:lnTo>
                <a:lnTo>
                  <a:pt x="1815988" y="1815988"/>
                </a:lnTo>
                <a:lnTo>
                  <a:pt x="0" y="181598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1" id="11"/>
          <p:cNvSpPr/>
          <p:nvPr/>
        </p:nvSpPr>
        <p:spPr>
          <a:xfrm flipH="false" flipV="false" rot="0">
            <a:off x="-926539" y="-894274"/>
            <a:ext cx="3853734" cy="3174076"/>
          </a:xfrm>
          <a:custGeom>
            <a:avLst/>
            <a:gdLst/>
            <a:ahLst/>
            <a:cxnLst/>
            <a:rect r="r" b="b" t="t" l="l"/>
            <a:pathLst>
              <a:path h="3174076" w="3853734">
                <a:moveTo>
                  <a:pt x="0" y="0"/>
                </a:moveTo>
                <a:lnTo>
                  <a:pt x="3853734" y="0"/>
                </a:lnTo>
                <a:lnTo>
                  <a:pt x="3853734" y="3174076"/>
                </a:lnTo>
                <a:lnTo>
                  <a:pt x="0" y="317407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2" id="12"/>
          <p:cNvSpPr txBox="true"/>
          <p:nvPr/>
        </p:nvSpPr>
        <p:spPr>
          <a:xfrm rot="0">
            <a:off x="1775924" y="3689779"/>
            <a:ext cx="4435034" cy="3999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spc="25">
                <a:solidFill>
                  <a:srgbClr val="000000"/>
                </a:solidFill>
                <a:latin typeface="Tarif"/>
                <a:ea typeface="Tarif"/>
                <a:cs typeface="Tarif"/>
                <a:sym typeface="Tarif"/>
              </a:rPr>
              <a:t>{{CONTENT}}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26049" y="2900734"/>
            <a:ext cx="4734783" cy="655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3"/>
              </a:lnSpc>
            </a:pPr>
            <a:r>
              <a:rPr lang="en-US" sz="4952">
                <a:solidFill>
                  <a:srgbClr val="8C0000"/>
                </a:solidFill>
                <a:latin typeface="Adigiana Toybox"/>
                <a:ea typeface="Adigiana Toybox"/>
                <a:cs typeface="Adigiana Toybox"/>
                <a:sym typeface="Adigiana Toybox"/>
              </a:rPr>
              <a:t/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100710" y="2900734"/>
            <a:ext cx="4734783" cy="655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3"/>
              </a:lnSpc>
            </a:pPr>
            <a:r>
              <a:rPr lang="en-US" sz="4952">
                <a:solidFill>
                  <a:srgbClr val="8C0000"/>
                </a:solidFill>
                <a:latin typeface="Adigiana Toybox"/>
                <a:ea typeface="Adigiana Toybox"/>
                <a:cs typeface="Adigiana Toybox"/>
                <a:sym typeface="Adigiana Toybox"/>
              </a:rPr>
              <a:t/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250585" y="3689779"/>
            <a:ext cx="4435034" cy="3999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spc="25">
                <a:solidFill>
                  <a:srgbClr val="000000"/>
                </a:solidFill>
                <a:latin typeface="Tarif"/>
                <a:ea typeface="Tarif"/>
                <a:cs typeface="Tarif"/>
                <a:sym typeface="Tarif"/>
              </a:rPr>
              <a:t>{{TITLE}}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736086" y="3029256"/>
            <a:ext cx="8743892" cy="1723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641"/>
              </a:lnSpc>
            </a:pPr>
            <a:r>
              <a:rPr lang="en-US" sz="6846">
                <a:solidFill>
                  <a:srgbClr val="8C0000"/>
                </a:solidFill>
                <a:latin typeface="Adigiana Toybox"/>
                <a:ea typeface="Adigiana Toybox"/>
                <a:cs typeface="Adigiana Toybox"/>
                <a:sym typeface="Adigiana Toybox"/>
              </a:rPr>
              <a:t>{{TITLE}}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298333" y="2781811"/>
            <a:ext cx="4723377" cy="4723377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24931" t="0" r="-24931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6823758" y="-942887"/>
            <a:ext cx="3640105" cy="2356141"/>
          </a:xfrm>
          <a:custGeom>
            <a:avLst/>
            <a:gdLst/>
            <a:ahLst/>
            <a:cxnLst/>
            <a:rect r="r" b="b" t="t" l="l"/>
            <a:pathLst>
              <a:path h="2356141" w="3640105">
                <a:moveTo>
                  <a:pt x="0" y="0"/>
                </a:moveTo>
                <a:lnTo>
                  <a:pt x="3640105" y="0"/>
                </a:lnTo>
                <a:lnTo>
                  <a:pt x="3640105" y="2356141"/>
                </a:lnTo>
                <a:lnTo>
                  <a:pt x="0" y="23561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-819091" y="6736265"/>
            <a:ext cx="3034264" cy="3550735"/>
          </a:xfrm>
          <a:custGeom>
            <a:avLst/>
            <a:gdLst/>
            <a:ahLst/>
            <a:cxnLst/>
            <a:rect r="r" b="b" t="t" l="l"/>
            <a:pathLst>
              <a:path h="3550735" w="3034264">
                <a:moveTo>
                  <a:pt x="0" y="0"/>
                </a:moveTo>
                <a:lnTo>
                  <a:pt x="3034264" y="0"/>
                </a:lnTo>
                <a:lnTo>
                  <a:pt x="3034264" y="3550735"/>
                </a:lnTo>
                <a:lnTo>
                  <a:pt x="0" y="35507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false" flipV="false" rot="0">
            <a:off x="-802100" y="0"/>
            <a:ext cx="3661601" cy="2250220"/>
          </a:xfrm>
          <a:custGeom>
            <a:avLst/>
            <a:gdLst/>
            <a:ahLst/>
            <a:cxnLst/>
            <a:rect r="r" b="b" t="t" l="l"/>
            <a:pathLst>
              <a:path h="2250220" w="3661601">
                <a:moveTo>
                  <a:pt x="0" y="0"/>
                </a:moveTo>
                <a:lnTo>
                  <a:pt x="3661600" y="0"/>
                </a:lnTo>
                <a:lnTo>
                  <a:pt x="3661600" y="2250220"/>
                </a:lnTo>
                <a:lnTo>
                  <a:pt x="0" y="225022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0">
            <a:off x="6462484" y="9068129"/>
            <a:ext cx="5363031" cy="2437742"/>
          </a:xfrm>
          <a:custGeom>
            <a:avLst/>
            <a:gdLst/>
            <a:ahLst/>
            <a:cxnLst/>
            <a:rect r="r" b="b" t="t" l="l"/>
            <a:pathLst>
              <a:path h="2437742" w="5363031">
                <a:moveTo>
                  <a:pt x="0" y="0"/>
                </a:moveTo>
                <a:lnTo>
                  <a:pt x="5363032" y="0"/>
                </a:lnTo>
                <a:lnTo>
                  <a:pt x="5363032" y="2437742"/>
                </a:lnTo>
                <a:lnTo>
                  <a:pt x="0" y="243774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false" rot="0">
            <a:off x="15651012" y="8092766"/>
            <a:ext cx="3631976" cy="2331068"/>
          </a:xfrm>
          <a:custGeom>
            <a:avLst/>
            <a:gdLst/>
            <a:ahLst/>
            <a:cxnLst/>
            <a:rect r="r" b="b" t="t" l="l"/>
            <a:pathLst>
              <a:path h="2331068" w="3631976">
                <a:moveTo>
                  <a:pt x="0" y="0"/>
                </a:moveTo>
                <a:lnTo>
                  <a:pt x="3631976" y="0"/>
                </a:lnTo>
                <a:lnTo>
                  <a:pt x="3631976" y="2331068"/>
                </a:lnTo>
                <a:lnTo>
                  <a:pt x="0" y="233106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0" id="10"/>
          <p:cNvSpPr/>
          <p:nvPr/>
        </p:nvSpPr>
        <p:spPr>
          <a:xfrm flipH="false" flipV="false" rot="0">
            <a:off x="16948544" y="4100631"/>
            <a:ext cx="1815988" cy="1815988"/>
          </a:xfrm>
          <a:custGeom>
            <a:avLst/>
            <a:gdLst/>
            <a:ahLst/>
            <a:cxnLst/>
            <a:rect r="r" b="b" t="t" l="l"/>
            <a:pathLst>
              <a:path h="1815988" w="1815988">
                <a:moveTo>
                  <a:pt x="0" y="0"/>
                </a:moveTo>
                <a:lnTo>
                  <a:pt x="1815988" y="0"/>
                </a:lnTo>
                <a:lnTo>
                  <a:pt x="1815988" y="1815988"/>
                </a:lnTo>
                <a:lnTo>
                  <a:pt x="0" y="181598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1" id="11"/>
          <p:cNvSpPr/>
          <p:nvPr/>
        </p:nvSpPr>
        <p:spPr>
          <a:xfrm flipH="false" flipV="false" rot="0">
            <a:off x="14910798" y="-173784"/>
            <a:ext cx="3853734" cy="3174076"/>
          </a:xfrm>
          <a:custGeom>
            <a:avLst/>
            <a:gdLst/>
            <a:ahLst/>
            <a:cxnLst/>
            <a:rect r="r" b="b" t="t" l="l"/>
            <a:pathLst>
              <a:path h="3174076" w="3853734">
                <a:moveTo>
                  <a:pt x="0" y="0"/>
                </a:moveTo>
                <a:lnTo>
                  <a:pt x="3853734" y="0"/>
                </a:lnTo>
                <a:lnTo>
                  <a:pt x="3853734" y="3174076"/>
                </a:lnTo>
                <a:lnTo>
                  <a:pt x="0" y="317407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2" id="12"/>
          <p:cNvSpPr txBox="true"/>
          <p:nvPr/>
        </p:nvSpPr>
        <p:spPr>
          <a:xfrm rot="0">
            <a:off x="7736086" y="4888554"/>
            <a:ext cx="8500659" cy="1998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spc="25">
                <a:solidFill>
                  <a:srgbClr val="000000"/>
                </a:solidFill>
                <a:latin typeface="Tarif"/>
                <a:ea typeface="Tarif"/>
                <a:cs typeface="Tarif"/>
                <a:sym typeface="Tarif"/>
              </a:rPr>
              <a:t>{{CONTENT}}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66062" y="3386901"/>
            <a:ext cx="4772314" cy="2562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41"/>
              </a:lnSpc>
            </a:pPr>
            <a:r>
              <a:rPr lang="en-US" sz="6846">
                <a:solidFill>
                  <a:srgbClr val="8C0000"/>
                </a:solidFill>
                <a:latin typeface="Adigiana Toybox"/>
                <a:ea typeface="Adigiana Toybox"/>
                <a:cs typeface="Adigiana Toybox"/>
                <a:sym typeface="Adigiana Toybox"/>
              </a:rPr>
              <a:t/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538376" y="3352440"/>
            <a:ext cx="4998425" cy="3999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25">
                <a:solidFill>
                  <a:srgbClr val="000000"/>
                </a:solidFill>
                <a:latin typeface="Tarif"/>
                <a:ea typeface="Tarif"/>
                <a:cs typeface="Tarif"/>
                <a:sym typeface="Tarif"/>
              </a:rPr>
              <a:t>{{CONTENT}}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667228" y="3352440"/>
            <a:ext cx="4998425" cy="3999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25">
                <a:solidFill>
                  <a:srgbClr val="000000"/>
                </a:solidFill>
                <a:latin typeface="Tarif"/>
                <a:ea typeface="Tarif"/>
                <a:cs typeface="Tarif"/>
                <a:sym typeface="Tarif"/>
              </a:rPr>
              <a:t>{{TITLE}}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8503511" y="8528156"/>
            <a:ext cx="3640105" cy="2356141"/>
          </a:xfrm>
          <a:custGeom>
            <a:avLst/>
            <a:gdLst/>
            <a:ahLst/>
            <a:cxnLst/>
            <a:rect r="r" b="b" t="t" l="l"/>
            <a:pathLst>
              <a:path h="2356141" w="3640105">
                <a:moveTo>
                  <a:pt x="0" y="0"/>
                </a:moveTo>
                <a:lnTo>
                  <a:pt x="3640105" y="0"/>
                </a:lnTo>
                <a:lnTo>
                  <a:pt x="3640105" y="2356141"/>
                </a:lnTo>
                <a:lnTo>
                  <a:pt x="0" y="23561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15253736" y="8102665"/>
            <a:ext cx="3034264" cy="3550735"/>
          </a:xfrm>
          <a:custGeom>
            <a:avLst/>
            <a:gdLst/>
            <a:ahLst/>
            <a:cxnLst/>
            <a:rect r="r" b="b" t="t" l="l"/>
            <a:pathLst>
              <a:path h="3550735" w="3034264">
                <a:moveTo>
                  <a:pt x="0" y="0"/>
                </a:moveTo>
                <a:lnTo>
                  <a:pt x="3034264" y="0"/>
                </a:lnTo>
                <a:lnTo>
                  <a:pt x="3034264" y="3550735"/>
                </a:lnTo>
                <a:lnTo>
                  <a:pt x="0" y="35507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false" flipV="false" rot="0">
            <a:off x="-2632901" y="4591801"/>
            <a:ext cx="3661601" cy="2250220"/>
          </a:xfrm>
          <a:custGeom>
            <a:avLst/>
            <a:gdLst/>
            <a:ahLst/>
            <a:cxnLst/>
            <a:rect r="r" b="b" t="t" l="l"/>
            <a:pathLst>
              <a:path h="2250220" w="3661601">
                <a:moveTo>
                  <a:pt x="0" y="0"/>
                </a:moveTo>
                <a:lnTo>
                  <a:pt x="3661601" y="0"/>
                </a:lnTo>
                <a:lnTo>
                  <a:pt x="3661601" y="2250220"/>
                </a:lnTo>
                <a:lnTo>
                  <a:pt x="0" y="22502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0">
            <a:off x="-926539" y="110844"/>
            <a:ext cx="5363031" cy="2437742"/>
          </a:xfrm>
          <a:custGeom>
            <a:avLst/>
            <a:gdLst/>
            <a:ahLst/>
            <a:cxnLst/>
            <a:rect r="r" b="b" t="t" l="l"/>
            <a:pathLst>
              <a:path h="2437742" w="5363031">
                <a:moveTo>
                  <a:pt x="0" y="0"/>
                </a:moveTo>
                <a:lnTo>
                  <a:pt x="5363031" y="0"/>
                </a:lnTo>
                <a:lnTo>
                  <a:pt x="5363031" y="2437742"/>
                </a:lnTo>
                <a:lnTo>
                  <a:pt x="0" y="243774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false" rot="0">
            <a:off x="14400378" y="0"/>
            <a:ext cx="3631976" cy="2331068"/>
          </a:xfrm>
          <a:custGeom>
            <a:avLst/>
            <a:gdLst/>
            <a:ahLst/>
            <a:cxnLst/>
            <a:rect r="r" b="b" t="t" l="l"/>
            <a:pathLst>
              <a:path h="2331068" w="3631976">
                <a:moveTo>
                  <a:pt x="0" y="0"/>
                </a:moveTo>
                <a:lnTo>
                  <a:pt x="3631976" y="0"/>
                </a:lnTo>
                <a:lnTo>
                  <a:pt x="3631976" y="2331068"/>
                </a:lnTo>
                <a:lnTo>
                  <a:pt x="0" y="233106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0" id="10"/>
          <p:cNvSpPr/>
          <p:nvPr/>
        </p:nvSpPr>
        <p:spPr>
          <a:xfrm flipH="false" flipV="false" rot="0">
            <a:off x="7595517" y="515080"/>
            <a:ext cx="1815988" cy="1815988"/>
          </a:xfrm>
          <a:custGeom>
            <a:avLst/>
            <a:gdLst/>
            <a:ahLst/>
            <a:cxnLst/>
            <a:rect r="r" b="b" t="t" l="l"/>
            <a:pathLst>
              <a:path h="1815988" w="1815988">
                <a:moveTo>
                  <a:pt x="0" y="0"/>
                </a:moveTo>
                <a:lnTo>
                  <a:pt x="1815988" y="0"/>
                </a:lnTo>
                <a:lnTo>
                  <a:pt x="1815988" y="1815988"/>
                </a:lnTo>
                <a:lnTo>
                  <a:pt x="0" y="181598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1" id="11"/>
          <p:cNvSpPr/>
          <p:nvPr/>
        </p:nvSpPr>
        <p:spPr>
          <a:xfrm flipH="false" flipV="false" rot="0">
            <a:off x="-369679" y="8290995"/>
            <a:ext cx="3853734" cy="3174076"/>
          </a:xfrm>
          <a:custGeom>
            <a:avLst/>
            <a:gdLst/>
            <a:ahLst/>
            <a:cxnLst/>
            <a:rect r="r" b="b" t="t" l="l"/>
            <a:pathLst>
              <a:path h="3174076" w="3853734">
                <a:moveTo>
                  <a:pt x="0" y="0"/>
                </a:moveTo>
                <a:lnTo>
                  <a:pt x="3853735" y="0"/>
                </a:lnTo>
                <a:lnTo>
                  <a:pt x="3853735" y="3174075"/>
                </a:lnTo>
                <a:lnTo>
                  <a:pt x="0" y="317407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47685" y="2208976"/>
            <a:ext cx="6545941" cy="2562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41"/>
              </a:lnSpc>
            </a:pPr>
            <a:r>
              <a:rPr lang="en-US" sz="6846">
                <a:solidFill>
                  <a:srgbClr val="8C0000"/>
                </a:solidFill>
                <a:latin typeface="Adigiana Toybox"/>
                <a:ea typeface="Adigiana Toybox"/>
                <a:cs typeface="Adigiana Toybox"/>
                <a:sym typeface="Adigiana Toybox"/>
              </a:rPr>
              <a:t>{{TITLE}}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22373" y="1521904"/>
            <a:ext cx="8339472" cy="6920087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9444436" y="4932645"/>
            <a:ext cx="6352439" cy="2799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spc="25">
                <a:solidFill>
                  <a:srgbClr val="000000"/>
                </a:solidFill>
                <a:latin typeface="Tarif"/>
                <a:ea typeface="Tarif"/>
                <a:cs typeface="Tarif"/>
                <a:sym typeface="Tarif"/>
              </a:rPr>
              <a:t>{{CONTENT}}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978170" y="-457418"/>
            <a:ext cx="3640105" cy="2356141"/>
          </a:xfrm>
          <a:custGeom>
            <a:avLst/>
            <a:gdLst/>
            <a:ahLst/>
            <a:cxnLst/>
            <a:rect r="r" b="b" t="t" l="l"/>
            <a:pathLst>
              <a:path h="2356141" w="3640105">
                <a:moveTo>
                  <a:pt x="0" y="0"/>
                </a:moveTo>
                <a:lnTo>
                  <a:pt x="3640106" y="0"/>
                </a:lnTo>
                <a:lnTo>
                  <a:pt x="3640106" y="2356140"/>
                </a:lnTo>
                <a:lnTo>
                  <a:pt x="0" y="23561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-149206" y="7174390"/>
            <a:ext cx="3034264" cy="3550735"/>
          </a:xfrm>
          <a:custGeom>
            <a:avLst/>
            <a:gdLst/>
            <a:ahLst/>
            <a:cxnLst/>
            <a:rect r="r" b="b" t="t" l="l"/>
            <a:pathLst>
              <a:path h="3550735" w="3034264">
                <a:moveTo>
                  <a:pt x="0" y="0"/>
                </a:moveTo>
                <a:lnTo>
                  <a:pt x="3034265" y="0"/>
                </a:lnTo>
                <a:lnTo>
                  <a:pt x="3034265" y="3550735"/>
                </a:lnTo>
                <a:lnTo>
                  <a:pt x="0" y="35507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false" flipV="false" rot="0">
            <a:off x="14357512" y="8474905"/>
            <a:ext cx="3661601" cy="2250220"/>
          </a:xfrm>
          <a:custGeom>
            <a:avLst/>
            <a:gdLst/>
            <a:ahLst/>
            <a:cxnLst/>
            <a:rect r="r" b="b" t="t" l="l"/>
            <a:pathLst>
              <a:path h="2250220" w="3661601">
                <a:moveTo>
                  <a:pt x="0" y="0"/>
                </a:moveTo>
                <a:lnTo>
                  <a:pt x="3661601" y="0"/>
                </a:lnTo>
                <a:lnTo>
                  <a:pt x="3661601" y="2250220"/>
                </a:lnTo>
                <a:lnTo>
                  <a:pt x="0" y="225022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0">
            <a:off x="13716321" y="82801"/>
            <a:ext cx="5363031" cy="2437742"/>
          </a:xfrm>
          <a:custGeom>
            <a:avLst/>
            <a:gdLst/>
            <a:ahLst/>
            <a:cxnLst/>
            <a:rect r="r" b="b" t="t" l="l"/>
            <a:pathLst>
              <a:path h="2437742" w="5363031">
                <a:moveTo>
                  <a:pt x="0" y="0"/>
                </a:moveTo>
                <a:lnTo>
                  <a:pt x="5363032" y="0"/>
                </a:lnTo>
                <a:lnTo>
                  <a:pt x="5363032" y="2437741"/>
                </a:lnTo>
                <a:lnTo>
                  <a:pt x="0" y="243774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false" rot="0">
            <a:off x="6691588" y="-432346"/>
            <a:ext cx="3631976" cy="2331068"/>
          </a:xfrm>
          <a:custGeom>
            <a:avLst/>
            <a:gdLst/>
            <a:ahLst/>
            <a:cxnLst/>
            <a:rect r="r" b="b" t="t" l="l"/>
            <a:pathLst>
              <a:path h="2331068" w="3631976">
                <a:moveTo>
                  <a:pt x="0" y="0"/>
                </a:moveTo>
                <a:lnTo>
                  <a:pt x="3631976" y="0"/>
                </a:lnTo>
                <a:lnTo>
                  <a:pt x="3631976" y="2331068"/>
                </a:lnTo>
                <a:lnTo>
                  <a:pt x="0" y="233106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0" id="10"/>
          <p:cNvSpPr/>
          <p:nvPr/>
        </p:nvSpPr>
        <p:spPr>
          <a:xfrm flipH="false" flipV="false" rot="0">
            <a:off x="17259300" y="4218140"/>
            <a:ext cx="1815988" cy="1815988"/>
          </a:xfrm>
          <a:custGeom>
            <a:avLst/>
            <a:gdLst/>
            <a:ahLst/>
            <a:cxnLst/>
            <a:rect r="r" b="b" t="t" l="l"/>
            <a:pathLst>
              <a:path h="1815988" w="1815988">
                <a:moveTo>
                  <a:pt x="0" y="0"/>
                </a:moveTo>
                <a:lnTo>
                  <a:pt x="1815988" y="0"/>
                </a:lnTo>
                <a:lnTo>
                  <a:pt x="1815988" y="1815988"/>
                </a:lnTo>
                <a:lnTo>
                  <a:pt x="0" y="181598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1" id="11"/>
          <p:cNvSpPr/>
          <p:nvPr/>
        </p:nvSpPr>
        <p:spPr>
          <a:xfrm flipH="false" flipV="false" rot="0">
            <a:off x="6051422" y="8699962"/>
            <a:ext cx="3853734" cy="3174076"/>
          </a:xfrm>
          <a:custGeom>
            <a:avLst/>
            <a:gdLst/>
            <a:ahLst/>
            <a:cxnLst/>
            <a:rect r="r" b="b" t="t" l="l"/>
            <a:pathLst>
              <a:path h="3174076" w="3853734">
                <a:moveTo>
                  <a:pt x="0" y="0"/>
                </a:moveTo>
                <a:lnTo>
                  <a:pt x="3853735" y="0"/>
                </a:lnTo>
                <a:lnTo>
                  <a:pt x="3853735" y="3174076"/>
                </a:lnTo>
                <a:lnTo>
                  <a:pt x="0" y="317407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1065" y="3872612"/>
            <a:ext cx="4226583" cy="1723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41"/>
              </a:lnSpc>
            </a:pPr>
            <a:r>
              <a:rPr lang="en-US" sz="6846">
                <a:solidFill>
                  <a:srgbClr val="8C0000"/>
                </a:solidFill>
                <a:latin typeface="Adigiana Toybox"/>
                <a:ea typeface="Adigiana Toybox"/>
                <a:cs typeface="Adigiana Toybox"/>
                <a:sym typeface="Adigiana Toybox"/>
              </a:rPr>
              <a:t>{{TITLE}}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731782" y="3663062"/>
            <a:ext cx="7107642" cy="2399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spc="25">
                <a:solidFill>
                  <a:srgbClr val="000000"/>
                </a:solidFill>
                <a:latin typeface="Tarif"/>
                <a:ea typeface="Tarif"/>
                <a:cs typeface="Tarif"/>
                <a:sym typeface="Tarif"/>
              </a:rPr>
              <a:t>{{CONTENT}}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744226" y="8256581"/>
            <a:ext cx="3095198" cy="2003438"/>
          </a:xfrm>
          <a:custGeom>
            <a:avLst/>
            <a:gdLst/>
            <a:ahLst/>
            <a:cxnLst/>
            <a:rect r="r" b="b" t="t" l="l"/>
            <a:pathLst>
              <a:path h="2003438" w="3095198">
                <a:moveTo>
                  <a:pt x="0" y="0"/>
                </a:moveTo>
                <a:lnTo>
                  <a:pt x="3095198" y="0"/>
                </a:lnTo>
                <a:lnTo>
                  <a:pt x="3095198" y="2003438"/>
                </a:lnTo>
                <a:lnTo>
                  <a:pt x="0" y="20034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12990516" y="7096724"/>
            <a:ext cx="3034264" cy="3550735"/>
          </a:xfrm>
          <a:custGeom>
            <a:avLst/>
            <a:gdLst/>
            <a:ahLst/>
            <a:cxnLst/>
            <a:rect r="r" b="b" t="t" l="l"/>
            <a:pathLst>
              <a:path h="3550735" w="3034264">
                <a:moveTo>
                  <a:pt x="0" y="0"/>
                </a:moveTo>
                <a:lnTo>
                  <a:pt x="3034264" y="0"/>
                </a:lnTo>
                <a:lnTo>
                  <a:pt x="3034264" y="3550735"/>
                </a:lnTo>
                <a:lnTo>
                  <a:pt x="0" y="35507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15102932" y="3811872"/>
            <a:ext cx="3661601" cy="2250220"/>
          </a:xfrm>
          <a:custGeom>
            <a:avLst/>
            <a:gdLst/>
            <a:ahLst/>
            <a:cxnLst/>
            <a:rect r="r" b="b" t="t" l="l"/>
            <a:pathLst>
              <a:path h="2250220" w="3661601">
                <a:moveTo>
                  <a:pt x="0" y="0"/>
                </a:moveTo>
                <a:lnTo>
                  <a:pt x="3661600" y="0"/>
                </a:lnTo>
                <a:lnTo>
                  <a:pt x="3661600" y="2250220"/>
                </a:lnTo>
                <a:lnTo>
                  <a:pt x="0" y="22502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false" flipV="false" rot="0">
            <a:off x="-737361" y="7824439"/>
            <a:ext cx="5363031" cy="2437742"/>
          </a:xfrm>
          <a:custGeom>
            <a:avLst/>
            <a:gdLst/>
            <a:ahLst/>
            <a:cxnLst/>
            <a:rect r="r" b="b" t="t" l="l"/>
            <a:pathLst>
              <a:path h="2437742" w="5363031">
                <a:moveTo>
                  <a:pt x="0" y="0"/>
                </a:moveTo>
                <a:lnTo>
                  <a:pt x="5363031" y="0"/>
                </a:lnTo>
                <a:lnTo>
                  <a:pt x="5363031" y="2437742"/>
                </a:lnTo>
                <a:lnTo>
                  <a:pt x="0" y="243774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0">
            <a:off x="-1091463" y="1185866"/>
            <a:ext cx="3631976" cy="2331068"/>
          </a:xfrm>
          <a:custGeom>
            <a:avLst/>
            <a:gdLst/>
            <a:ahLst/>
            <a:cxnLst/>
            <a:rect r="r" b="b" t="t" l="l"/>
            <a:pathLst>
              <a:path h="2331068" w="3631976">
                <a:moveTo>
                  <a:pt x="0" y="0"/>
                </a:moveTo>
                <a:lnTo>
                  <a:pt x="3631976" y="0"/>
                </a:lnTo>
                <a:lnTo>
                  <a:pt x="3631976" y="2331068"/>
                </a:lnTo>
                <a:lnTo>
                  <a:pt x="0" y="233106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false" rot="0">
            <a:off x="13783379" y="0"/>
            <a:ext cx="1815988" cy="1815988"/>
          </a:xfrm>
          <a:custGeom>
            <a:avLst/>
            <a:gdLst/>
            <a:ahLst/>
            <a:cxnLst/>
            <a:rect r="r" b="b" t="t" l="l"/>
            <a:pathLst>
              <a:path h="1815988" w="1815988">
                <a:moveTo>
                  <a:pt x="0" y="0"/>
                </a:moveTo>
                <a:lnTo>
                  <a:pt x="1815988" y="0"/>
                </a:lnTo>
                <a:lnTo>
                  <a:pt x="1815988" y="1815988"/>
                </a:lnTo>
                <a:lnTo>
                  <a:pt x="0" y="181598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0" id="10"/>
          <p:cNvSpPr/>
          <p:nvPr/>
        </p:nvSpPr>
        <p:spPr>
          <a:xfrm flipH="false" flipV="false" rot="0">
            <a:off x="6456070" y="-558338"/>
            <a:ext cx="3853734" cy="3174076"/>
          </a:xfrm>
          <a:custGeom>
            <a:avLst/>
            <a:gdLst/>
            <a:ahLst/>
            <a:cxnLst/>
            <a:rect r="r" b="b" t="t" l="l"/>
            <a:pathLst>
              <a:path h="3174076" w="3853734">
                <a:moveTo>
                  <a:pt x="0" y="0"/>
                </a:moveTo>
                <a:lnTo>
                  <a:pt x="3853735" y="0"/>
                </a:lnTo>
                <a:lnTo>
                  <a:pt x="3853735" y="3174076"/>
                </a:lnTo>
                <a:lnTo>
                  <a:pt x="0" y="317407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64351" y="4776800"/>
            <a:ext cx="6545941" cy="885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>
                <a:solidFill>
                  <a:srgbClr val="8C0000"/>
                </a:solidFill>
                <a:latin typeface="Adigiana Toybox"/>
                <a:ea typeface="Adigiana Toybox"/>
                <a:cs typeface="Adigiana Toybox"/>
                <a:sym typeface="Adigiana Toybox"/>
              </a:rPr>
              <a:t/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958322" y="2151002"/>
            <a:ext cx="6871819" cy="2799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25">
                <a:solidFill>
                  <a:srgbClr val="000000"/>
                </a:solidFill>
                <a:latin typeface="Tarif"/>
                <a:ea typeface="Tarif"/>
                <a:cs typeface="Tarif"/>
                <a:sym typeface="Tarif"/>
              </a:rPr>
              <a:t>{{CONTENT}}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958322" y="5279768"/>
            <a:ext cx="6871819" cy="2799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25">
                <a:solidFill>
                  <a:srgbClr val="000000"/>
                </a:solidFill>
                <a:latin typeface="Tarif"/>
                <a:ea typeface="Tarif"/>
                <a:cs typeface="Tarif"/>
                <a:sym typeface="Tarif"/>
              </a:rPr>
              <a:t>{{TITLE}}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5081579" y="-233714"/>
            <a:ext cx="3640105" cy="2356141"/>
          </a:xfrm>
          <a:custGeom>
            <a:avLst/>
            <a:gdLst/>
            <a:ahLst/>
            <a:cxnLst/>
            <a:rect r="r" b="b" t="t" l="l"/>
            <a:pathLst>
              <a:path h="2356141" w="3640105">
                <a:moveTo>
                  <a:pt x="0" y="0"/>
                </a:moveTo>
                <a:lnTo>
                  <a:pt x="3640106" y="0"/>
                </a:lnTo>
                <a:lnTo>
                  <a:pt x="3640106" y="2356141"/>
                </a:lnTo>
                <a:lnTo>
                  <a:pt x="0" y="23561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-926539" y="6913645"/>
            <a:ext cx="3034264" cy="3550735"/>
          </a:xfrm>
          <a:custGeom>
            <a:avLst/>
            <a:gdLst/>
            <a:ahLst/>
            <a:cxnLst/>
            <a:rect r="r" b="b" t="t" l="l"/>
            <a:pathLst>
              <a:path h="3550735" w="3034264">
                <a:moveTo>
                  <a:pt x="0" y="0"/>
                </a:moveTo>
                <a:lnTo>
                  <a:pt x="3034264" y="0"/>
                </a:lnTo>
                <a:lnTo>
                  <a:pt x="3034264" y="3550735"/>
                </a:lnTo>
                <a:lnTo>
                  <a:pt x="0" y="35507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false" flipV="false" rot="0">
            <a:off x="-346940" y="635456"/>
            <a:ext cx="3661601" cy="2250220"/>
          </a:xfrm>
          <a:custGeom>
            <a:avLst/>
            <a:gdLst/>
            <a:ahLst/>
            <a:cxnLst/>
            <a:rect r="r" b="b" t="t" l="l"/>
            <a:pathLst>
              <a:path h="2250220" w="3661601">
                <a:moveTo>
                  <a:pt x="0" y="0"/>
                </a:moveTo>
                <a:lnTo>
                  <a:pt x="3661601" y="0"/>
                </a:lnTo>
                <a:lnTo>
                  <a:pt x="3661601" y="2250220"/>
                </a:lnTo>
                <a:lnTo>
                  <a:pt x="0" y="22502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0">
            <a:off x="5722926" y="-677175"/>
            <a:ext cx="5363031" cy="2437742"/>
          </a:xfrm>
          <a:custGeom>
            <a:avLst/>
            <a:gdLst/>
            <a:ahLst/>
            <a:cxnLst/>
            <a:rect r="r" b="b" t="t" l="l"/>
            <a:pathLst>
              <a:path h="2437742" w="5363031">
                <a:moveTo>
                  <a:pt x="0" y="0"/>
                </a:moveTo>
                <a:lnTo>
                  <a:pt x="5363031" y="0"/>
                </a:lnTo>
                <a:lnTo>
                  <a:pt x="5363031" y="2437741"/>
                </a:lnTo>
                <a:lnTo>
                  <a:pt x="0" y="24377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false" rot="0">
            <a:off x="3121333" y="6220230"/>
            <a:ext cx="3631976" cy="2331068"/>
          </a:xfrm>
          <a:custGeom>
            <a:avLst/>
            <a:gdLst/>
            <a:ahLst/>
            <a:cxnLst/>
            <a:rect r="r" b="b" t="t" l="l"/>
            <a:pathLst>
              <a:path h="2331068" w="3631976">
                <a:moveTo>
                  <a:pt x="0" y="0"/>
                </a:moveTo>
                <a:lnTo>
                  <a:pt x="3631976" y="0"/>
                </a:lnTo>
                <a:lnTo>
                  <a:pt x="3631976" y="2331069"/>
                </a:lnTo>
                <a:lnTo>
                  <a:pt x="0" y="233106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0" id="10"/>
          <p:cNvSpPr/>
          <p:nvPr/>
        </p:nvSpPr>
        <p:spPr>
          <a:xfrm flipH="false" flipV="false" rot="0">
            <a:off x="8404442" y="9556386"/>
            <a:ext cx="1815988" cy="1815988"/>
          </a:xfrm>
          <a:custGeom>
            <a:avLst/>
            <a:gdLst/>
            <a:ahLst/>
            <a:cxnLst/>
            <a:rect r="r" b="b" t="t" l="l"/>
            <a:pathLst>
              <a:path h="1815988" w="1815988">
                <a:moveTo>
                  <a:pt x="0" y="0"/>
                </a:moveTo>
                <a:lnTo>
                  <a:pt x="1815988" y="0"/>
                </a:lnTo>
                <a:lnTo>
                  <a:pt x="1815988" y="1815988"/>
                </a:lnTo>
                <a:lnTo>
                  <a:pt x="0" y="181598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1" id="11"/>
          <p:cNvSpPr/>
          <p:nvPr/>
        </p:nvSpPr>
        <p:spPr>
          <a:xfrm flipH="false" flipV="false" rot="0">
            <a:off x="14434266" y="8164573"/>
            <a:ext cx="3853734" cy="3174076"/>
          </a:xfrm>
          <a:custGeom>
            <a:avLst/>
            <a:gdLst/>
            <a:ahLst/>
            <a:cxnLst/>
            <a:rect r="r" b="b" t="t" l="l"/>
            <a:pathLst>
              <a:path h="3174076" w="3853734">
                <a:moveTo>
                  <a:pt x="0" y="0"/>
                </a:moveTo>
                <a:lnTo>
                  <a:pt x="3853734" y="0"/>
                </a:lnTo>
                <a:lnTo>
                  <a:pt x="3853734" y="3174076"/>
                </a:lnTo>
                <a:lnTo>
                  <a:pt x="0" y="317407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42359" y="3562308"/>
            <a:ext cx="11550096" cy="3467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87"/>
              </a:lnSpc>
            </a:pPr>
            <a:r>
              <a:rPr lang="en-US" sz="13698">
                <a:solidFill>
                  <a:srgbClr val="8C0000"/>
                </a:solidFill>
                <a:latin typeface="Adigiana Toybox"/>
                <a:ea typeface="Adigiana Toybox"/>
                <a:cs typeface="Adigiana Toybox"/>
                <a:sym typeface="Adigiana Toybox"/>
              </a:rPr>
              <a:t>{{CONTENT}}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7323947" y="235184"/>
            <a:ext cx="3640105" cy="2356141"/>
          </a:xfrm>
          <a:custGeom>
            <a:avLst/>
            <a:gdLst/>
            <a:ahLst/>
            <a:cxnLst/>
            <a:rect r="r" b="b" t="t" l="l"/>
            <a:pathLst>
              <a:path h="2356141" w="3640105">
                <a:moveTo>
                  <a:pt x="0" y="0"/>
                </a:moveTo>
                <a:lnTo>
                  <a:pt x="3640106" y="0"/>
                </a:lnTo>
                <a:lnTo>
                  <a:pt x="3640106" y="2356141"/>
                </a:lnTo>
                <a:lnTo>
                  <a:pt x="0" y="23561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-149206" y="284533"/>
            <a:ext cx="3034264" cy="3550735"/>
          </a:xfrm>
          <a:custGeom>
            <a:avLst/>
            <a:gdLst/>
            <a:ahLst/>
            <a:cxnLst/>
            <a:rect r="r" b="b" t="t" l="l"/>
            <a:pathLst>
              <a:path h="3550735" w="3034264">
                <a:moveTo>
                  <a:pt x="0" y="0"/>
                </a:moveTo>
                <a:lnTo>
                  <a:pt x="3034265" y="0"/>
                </a:lnTo>
                <a:lnTo>
                  <a:pt x="3034265" y="3550735"/>
                </a:lnTo>
                <a:lnTo>
                  <a:pt x="0" y="35507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5762244" y="8356815"/>
            <a:ext cx="3661601" cy="2250220"/>
          </a:xfrm>
          <a:custGeom>
            <a:avLst/>
            <a:gdLst/>
            <a:ahLst/>
            <a:cxnLst/>
            <a:rect r="r" b="b" t="t" l="l"/>
            <a:pathLst>
              <a:path h="2250220" w="3661601">
                <a:moveTo>
                  <a:pt x="0" y="0"/>
                </a:moveTo>
                <a:lnTo>
                  <a:pt x="3661601" y="0"/>
                </a:lnTo>
                <a:lnTo>
                  <a:pt x="3661601" y="2250220"/>
                </a:lnTo>
                <a:lnTo>
                  <a:pt x="0" y="22502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12924969" y="8316391"/>
            <a:ext cx="5363031" cy="2437742"/>
          </a:xfrm>
          <a:custGeom>
            <a:avLst/>
            <a:gdLst/>
            <a:ahLst/>
            <a:cxnLst/>
            <a:rect r="r" b="b" t="t" l="l"/>
            <a:pathLst>
              <a:path h="2437742" w="5363031">
                <a:moveTo>
                  <a:pt x="0" y="0"/>
                </a:moveTo>
                <a:lnTo>
                  <a:pt x="5363031" y="0"/>
                </a:lnTo>
                <a:lnTo>
                  <a:pt x="5363031" y="2437741"/>
                </a:lnTo>
                <a:lnTo>
                  <a:pt x="0" y="24377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false" flipV="false" rot="0">
            <a:off x="-448061" y="7543271"/>
            <a:ext cx="3631976" cy="2331068"/>
          </a:xfrm>
          <a:custGeom>
            <a:avLst/>
            <a:gdLst/>
            <a:ahLst/>
            <a:cxnLst/>
            <a:rect r="r" b="b" t="t" l="l"/>
            <a:pathLst>
              <a:path h="2331068" w="3631976">
                <a:moveTo>
                  <a:pt x="0" y="0"/>
                </a:moveTo>
                <a:lnTo>
                  <a:pt x="3631976" y="0"/>
                </a:lnTo>
                <a:lnTo>
                  <a:pt x="3631976" y="2331069"/>
                </a:lnTo>
                <a:lnTo>
                  <a:pt x="0" y="233106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0">
            <a:off x="16472012" y="4576588"/>
            <a:ext cx="1815988" cy="1815988"/>
          </a:xfrm>
          <a:custGeom>
            <a:avLst/>
            <a:gdLst/>
            <a:ahLst/>
            <a:cxnLst/>
            <a:rect r="r" b="b" t="t" l="l"/>
            <a:pathLst>
              <a:path h="1815988" w="1815988">
                <a:moveTo>
                  <a:pt x="0" y="0"/>
                </a:moveTo>
                <a:lnTo>
                  <a:pt x="1815988" y="0"/>
                </a:lnTo>
                <a:lnTo>
                  <a:pt x="1815988" y="1815988"/>
                </a:lnTo>
                <a:lnTo>
                  <a:pt x="0" y="181598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false" rot="0">
            <a:off x="14910798" y="-173784"/>
            <a:ext cx="3853734" cy="3174076"/>
          </a:xfrm>
          <a:custGeom>
            <a:avLst/>
            <a:gdLst/>
            <a:ahLst/>
            <a:cxnLst/>
            <a:rect r="r" b="b" t="t" l="l"/>
            <a:pathLst>
              <a:path h="3174076" w="3853734">
                <a:moveTo>
                  <a:pt x="0" y="0"/>
                </a:moveTo>
                <a:lnTo>
                  <a:pt x="3853734" y="0"/>
                </a:lnTo>
                <a:lnTo>
                  <a:pt x="3853734" y="3174076"/>
                </a:lnTo>
                <a:lnTo>
                  <a:pt x="0" y="317407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3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42884" y="4124092"/>
            <a:ext cx="12602231" cy="1977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34"/>
              </a:lnSpc>
            </a:pPr>
            <a:r>
              <a:rPr lang="en-US" sz="15189">
                <a:solidFill>
                  <a:srgbClr val="8C0000"/>
                </a:solidFill>
                <a:latin typeface="Adigiana Toybox"/>
                <a:ea typeface="Adigiana Toybox"/>
                <a:cs typeface="Adigiana Toybox"/>
                <a:sym typeface="Adigiana Toybox"/>
              </a:rPr>
              <a:t>{{CONTENT}}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6760778" y="8404022"/>
            <a:ext cx="4965121" cy="3213787"/>
          </a:xfrm>
          <a:custGeom>
            <a:avLst/>
            <a:gdLst/>
            <a:ahLst/>
            <a:cxnLst/>
            <a:rect r="r" b="b" t="t" l="l"/>
            <a:pathLst>
              <a:path h="3213787" w="4965121">
                <a:moveTo>
                  <a:pt x="0" y="0"/>
                </a:moveTo>
                <a:lnTo>
                  <a:pt x="4965121" y="0"/>
                </a:lnTo>
                <a:lnTo>
                  <a:pt x="4965121" y="3213787"/>
                </a:lnTo>
                <a:lnTo>
                  <a:pt x="0" y="32137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13815347" y="6774590"/>
            <a:ext cx="4138751" cy="4843219"/>
          </a:xfrm>
          <a:custGeom>
            <a:avLst/>
            <a:gdLst/>
            <a:ahLst/>
            <a:cxnLst/>
            <a:rect r="r" b="b" t="t" l="l"/>
            <a:pathLst>
              <a:path h="4843219" w="4138751">
                <a:moveTo>
                  <a:pt x="0" y="0"/>
                </a:moveTo>
                <a:lnTo>
                  <a:pt x="4138751" y="0"/>
                </a:lnTo>
                <a:lnTo>
                  <a:pt x="4138751" y="4843219"/>
                </a:lnTo>
                <a:lnTo>
                  <a:pt x="0" y="48432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6888511" y="-879647"/>
            <a:ext cx="4994440" cy="3069311"/>
          </a:xfrm>
          <a:custGeom>
            <a:avLst/>
            <a:gdLst/>
            <a:ahLst/>
            <a:cxnLst/>
            <a:rect r="r" b="b" t="t" l="l"/>
            <a:pathLst>
              <a:path h="3069311" w="4994440">
                <a:moveTo>
                  <a:pt x="0" y="0"/>
                </a:moveTo>
                <a:lnTo>
                  <a:pt x="4994441" y="0"/>
                </a:lnTo>
                <a:lnTo>
                  <a:pt x="4994441" y="3069310"/>
                </a:lnTo>
                <a:lnTo>
                  <a:pt x="0" y="30693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-2359084" y="0"/>
            <a:ext cx="7315200" cy="3325091"/>
          </a:xfrm>
          <a:custGeom>
            <a:avLst/>
            <a:gdLst/>
            <a:ahLst/>
            <a:cxnLst/>
            <a:rect r="r" b="b" t="t" l="l"/>
            <a:pathLst>
              <a:path h="3325091" w="7315200">
                <a:moveTo>
                  <a:pt x="0" y="0"/>
                </a:moveTo>
                <a:lnTo>
                  <a:pt x="7315200" y="0"/>
                </a:lnTo>
                <a:lnTo>
                  <a:pt x="7315200" y="3325091"/>
                </a:lnTo>
                <a:lnTo>
                  <a:pt x="0" y="332509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false" flipV="false" rot="0">
            <a:off x="-811229" y="7424818"/>
            <a:ext cx="4954032" cy="3179588"/>
          </a:xfrm>
          <a:custGeom>
            <a:avLst/>
            <a:gdLst/>
            <a:ahLst/>
            <a:cxnLst/>
            <a:rect r="r" b="b" t="t" l="l"/>
            <a:pathLst>
              <a:path h="3179588" w="4954032">
                <a:moveTo>
                  <a:pt x="0" y="0"/>
                </a:moveTo>
                <a:lnTo>
                  <a:pt x="4954032" y="0"/>
                </a:lnTo>
                <a:lnTo>
                  <a:pt x="4954032" y="3179588"/>
                </a:lnTo>
                <a:lnTo>
                  <a:pt x="0" y="317958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0">
            <a:off x="236071" y="3707507"/>
            <a:ext cx="2477016" cy="2477016"/>
          </a:xfrm>
          <a:custGeom>
            <a:avLst/>
            <a:gdLst/>
            <a:ahLst/>
            <a:cxnLst/>
            <a:rect r="r" b="b" t="t" l="l"/>
            <a:pathLst>
              <a:path h="2477016" w="2477016">
                <a:moveTo>
                  <a:pt x="0" y="0"/>
                </a:moveTo>
                <a:lnTo>
                  <a:pt x="2477016" y="0"/>
                </a:lnTo>
                <a:lnTo>
                  <a:pt x="2477016" y="2477016"/>
                </a:lnTo>
                <a:lnTo>
                  <a:pt x="0" y="247701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false" rot="0">
            <a:off x="13815347" y="-374768"/>
            <a:ext cx="5256512" cy="4329454"/>
          </a:xfrm>
          <a:custGeom>
            <a:avLst/>
            <a:gdLst/>
            <a:ahLst/>
            <a:cxnLst/>
            <a:rect r="r" b="b" t="t" l="l"/>
            <a:pathLst>
              <a:path h="4329454" w="5256512">
                <a:moveTo>
                  <a:pt x="0" y="0"/>
                </a:moveTo>
                <a:lnTo>
                  <a:pt x="5256511" y="0"/>
                </a:lnTo>
                <a:lnTo>
                  <a:pt x="5256511" y="4329454"/>
                </a:lnTo>
                <a:lnTo>
                  <a:pt x="0" y="432945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DAHQka4SMg0</dc:identifier>
  <dcterms:modified xsi:type="dcterms:W3CDTF">2011-08-01T06:04:30Z</dcterms:modified>
  <cp:revision>1</cp:revision>
  <dc:title>Red and Blue Playful Computer Components Hardware Project Presentation</dc:title>
</cp:coreProperties>
</file>